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9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12192000" cy="6854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644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31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5359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b="4899"/>
          <a:stretch>
            <a:fillRect/>
          </a:stretch>
        </p:blipFill>
        <p:spPr>
          <a:xfrm>
            <a:off x="0" y="0"/>
            <a:ext cx="122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454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9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8471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2005" cy="685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Muhammad Ali</cp:lastModifiedBy>
  <cp:revision>3</cp:revision>
  <dcterms:created xsi:type="dcterms:W3CDTF">2025-07-23T00:59:00Z</dcterms:created>
  <dcterms:modified xsi:type="dcterms:W3CDTF">2026-01-03T16:12:10Z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83C79D4AEF144FC7B5EE9CA0A6030AFE_11</vt:lpwstr>
  </property>
  <property fmtid="{D5CDD505-2E9C-101B-9397-08002B2CF9AE}" pid="3" name="KSOProductBuildVer">
    <vt:lpwstr>1033-12.2.0.23196</vt:lpwstr>
  </property>
</Properties>
</file>